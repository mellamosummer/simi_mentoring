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6" roundtripDataSignature="AMtx7mhx1yuUDsHcUGVNFrNa+s51qsx6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3403f2f8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g3f3403f2f8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3403f2f8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g3f3403f2f8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3403f2f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f3403f2f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3593750" y="415800"/>
            <a:ext cx="5226000" cy="4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Share your experience here: 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/>
        </p:nvSpPr>
        <p:spPr>
          <a:xfrm>
            <a:off x="3593750" y="415800"/>
            <a:ext cx="5226000" cy="4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Share your experience here: 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3593750" y="415800"/>
            <a:ext cx="5226000" cy="4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Share your experience here: 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3403f2f83_0_4"/>
          <p:cNvSpPr txBox="1"/>
          <p:nvPr/>
        </p:nvSpPr>
        <p:spPr>
          <a:xfrm>
            <a:off x="3593750" y="415800"/>
            <a:ext cx="5226000" cy="4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Share your experience here: 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3403f2f83_0_8"/>
          <p:cNvSpPr txBox="1"/>
          <p:nvPr/>
        </p:nvSpPr>
        <p:spPr>
          <a:xfrm>
            <a:off x="3593750" y="415800"/>
            <a:ext cx="5226000" cy="4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Share your experience here: 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3403f2f83_0_0"/>
          <p:cNvSpPr txBox="1"/>
          <p:nvPr/>
        </p:nvSpPr>
        <p:spPr>
          <a:xfrm>
            <a:off x="3593750" y="415800"/>
            <a:ext cx="5226000" cy="4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Share your experience here: </a:t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