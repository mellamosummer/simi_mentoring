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21275" y="197350"/>
            <a:ext cx="83634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1: Orientation — </a:t>
            </a:r>
            <a:r>
              <a:rPr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Build trust and shared norms; clarify mentoring goals and expectations.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2: Identity and its Intersections — </a:t>
            </a:r>
            <a:r>
              <a:rPr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identity, privilege, and intersectionality; apply to mentoring case studies.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3: Engaging in Empathic Conversations — </a:t>
            </a:r>
            <a:r>
              <a:rPr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Practice empathy-centered approaches for difficult conversations and feedback.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4: Racialized Experiences in STEM — </a:t>
            </a:r>
            <a:r>
              <a:rPr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Examine systemic racism in STEM and what culturally aware mentoring can and cannot do.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5: Color-Evasive Practices — </a:t>
            </a:r>
            <a:r>
              <a:rPr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Identify and interrupt color-evasive language; practice race-aware, accountable responses.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6: From Deficit to Asset-Based Mentoring — </a:t>
            </a:r>
            <a:r>
              <a:rPr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Shift from deficit framing to strengths-based mentoring; name and affirm community cultural wealth.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7: Embodying Culturally Responsive Mentorship — </a:t>
            </a:r>
            <a:r>
              <a:rPr i="0" lang="en-GB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Integrate course lessons through mentoring-plan critique and role-play; close with reflection and gratitude.</a:t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group of people walking on a staircase&#10;&#10;AI-generated content may be incorrect.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4675" y="2418975"/>
            <a:ext cx="3484175" cy="202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