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579ec9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579ec9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579ec9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579ec9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579ec95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579ec9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579ec9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579ec9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14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STEM faculty socialized in STEM culture may view successes and failures as stemming from merit</a:t>
            </a:r>
            <a:endParaRPr b="1" sz="3400"/>
          </a:p>
        </p:txBody>
      </p:sp>
      <p:sp>
        <p:nvSpPr>
          <p:cNvPr id="55" name="Google Shape;55;p13"/>
          <p:cNvSpPr txBox="1"/>
          <p:nvPr/>
        </p:nvSpPr>
        <p:spPr>
          <a:xfrm>
            <a:off x="311550" y="1481250"/>
            <a:ext cx="85206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Discussion Questions: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How does color-evasive ideology allow scientists to sidestep responsibility in addressing racial inequality in their disciplines? (b) In what ways could good intentions still result in bad consequences?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What's the difference between explaining underrepresentation as a result of 'individual choice' versus 'systemic racism'? (b) How do these two views shape the types of mentoring or institutional changes one would recommend?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Where do you identify potential for learning or change in your own practice?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14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This color-evasive lens negatively affects faculty’s ability to perceive discrimination</a:t>
            </a:r>
            <a:endParaRPr b="1" sz="3400"/>
          </a:p>
        </p:txBody>
      </p:sp>
      <p:sp>
        <p:nvSpPr>
          <p:cNvPr id="61" name="Google Shape;61;p14"/>
          <p:cNvSpPr txBox="1"/>
          <p:nvPr/>
        </p:nvSpPr>
        <p:spPr>
          <a:xfrm>
            <a:off x="311550" y="1481250"/>
            <a:ext cx="85206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Discussion Questions: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How does color-evasive ideology allow scientists to sidestep responsibility in addressing racial inequality in their disciplines? (b) In what ways could good intentions still result in bad consequences?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What's the difference between explaining underrepresentation as a result of 'individual choice' versus 'systemic racism'? (b) How do these two views shape the types of mentoring or institutional changes one would recommend?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Where do you identify potential for learning or change in your own practice?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14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STEM socialization is so strong that students who graduate with 4-year degrees tend to explain being excluded in the workforce through a meritocratic lens</a:t>
            </a:r>
            <a:endParaRPr b="1" sz="3400"/>
          </a:p>
        </p:txBody>
      </p:sp>
      <p:sp>
        <p:nvSpPr>
          <p:cNvPr id="67" name="Google Shape;67;p15"/>
          <p:cNvSpPr txBox="1"/>
          <p:nvPr/>
        </p:nvSpPr>
        <p:spPr>
          <a:xfrm>
            <a:off x="311550" y="1481250"/>
            <a:ext cx="85206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Discussion Questions: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How does color-evasive ideology allow scientists to sidestep responsibility in addressing racial inequality in their disciplines? (b) In what ways could good intentions still result in bad consequences?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What's the difference between explaining underrepresentation as a result of 'individual choice' versus 'systemic racism'? (b) How do these two views shape the types of mentoring or institutional changes one would recommend?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Where do you identify potential for learning or change in your own practice?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14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Color-evasiveness erases the experience of exclusion of students of color because race is never acknowledged</a:t>
            </a:r>
            <a:endParaRPr b="1" sz="3400"/>
          </a:p>
        </p:txBody>
      </p:sp>
      <p:sp>
        <p:nvSpPr>
          <p:cNvPr id="73" name="Google Shape;73;p16"/>
          <p:cNvSpPr txBox="1"/>
          <p:nvPr/>
        </p:nvSpPr>
        <p:spPr>
          <a:xfrm>
            <a:off x="311550" y="1481250"/>
            <a:ext cx="8520600" cy="3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Discussion Questions: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How does color-evasive ideology allow scientists to sidestep responsibility in addressing racial inequality in their disciplines? (b) In what ways could good intentions still result in bad consequences?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What's the difference between explaining underrepresentation as a result of 'individual choice' versus 'systemic racism'? (b) How do these two views shape the types of mentoring or institutional changes one would recommend?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Where do you identify potential for learning or change in your own practice?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